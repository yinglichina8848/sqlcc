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3c-bd62-8348-8000-00003744ae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4d-a162-8f49-8000-00004f5e0b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5a-9222-8c24-8000-00006f6381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4f-a2f2-8e53-8000-000064a31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59-68a2-8c82-8000-00001e5c6b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67-c422-8822-8000-0000685fb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89-e5e2-8971-8000-0000d571dc4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80-4542-8e7d-8000-0000f4a6f4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81-6c12-81c7-8000-0000f49bec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88-d542-82d2-8000-000037612a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81-57a2-85b1-8000-000076774f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9a-f342-8a5e-8000-0000cb4d9e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aa-4322-84db-8000-00003f2b29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9e-54b2-8482-8000-0000c92e9c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a5-d882-80a9-8000-0000fd8530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99-7052-84c2-8000-0000176217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c5-1f62-8b45-8000-00006fc45a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bf-ef72-802a-8000-000019440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bb-a512-8eb4-8000-0000f02de2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bd-a7d2-8d38-8000-0000d08cf3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b8-bbc2-8608-8000-00002d7877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e4-0c92-8a34-8000-00005950d6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c1df-cf72-8c7f-8000-0000666582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千年数据演化启示录</dc:title>
  <dc:subject>千年数据演化启示录</dc:subject>
  <dc:creator>Kimi</dc:creator>
  <cp:lastModifiedBy>Kimi</cp:lastModifiedBy>
  <cp:revision>1</cp:revision>
  <dcterms:created xsi:type="dcterms:W3CDTF">2025-11-28T20:22:53Z</dcterms:created>
  <dcterms:modified xsi:type="dcterms:W3CDTF">2025-11-28T20:22:53Z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{"Label":"千年数据演化启示录","ContentProducer":"001191110108MACG2KBH8F10000","ProduceID":"d4l01h367ti3jp98d130","ReservedCode1":"","ContentPropagator":"001191110108MACG2KBH8F20000","PropagateID":"d4l01h367ti3jp98d130","ReservedCode2":""}</vt:lpwstr>
  </property>
</Properties>
</file>