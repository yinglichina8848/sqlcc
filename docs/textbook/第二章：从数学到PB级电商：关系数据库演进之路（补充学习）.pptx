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bd-4eb2-8d77-8000-000074d5b5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d5-bdf2-81dd-8000-0000d20ecf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d8-6e22-8b34-8000-00009d151d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db-af72-84c2-8000-0000ced5ce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d6-1e32-8c83-8000-0000daaac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ce-3172-886e-8000-0000ecd9de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fc-1972-8760-8000-00008c2ab5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01-8fa2-87b2-8000-00000e7567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ec-9b52-8a2b-8000-0000fe7a75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f7-ef12-85a9-8000-0000889020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5fb-a2c2-8e82-8000-0000ab997b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14-6db2-858a-8000-0000a972a7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18-3482-8372-8000-00005c7c2c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17-4bb2-8eba-8000-0000e5aad3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18-1b02-83bb-8000-0000b9a53d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17-2572-84ff-8000-0000d0d5ebf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30-3e32-8c65-8000-0000606924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2e-70b2-8841-8000-0000796a95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从数学到PB级电商：关系数据库演进之路</dc:title>
  <dc:subject>从数学到PB级电商：关系数据库演进之路</dc:subject>
  <dc:creator>Kimi</dc:creator>
  <cp:lastModifiedBy>Kimi</cp:lastModifiedBy>
  <cp:revision>1</cp:revision>
  <dcterms:created xsi:type="dcterms:W3CDTF">2025-11-28T21:38:24Z</dcterms:created>
  <dcterms:modified xsi:type="dcterms:W3CDTF">2025-11-28T21:38:24Z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{"Label":"从数学到PB级电商：关系数据库演进之路","ContentProducer":"001191110108MACG2KBH8F10000","ProduceID":"d4l16505jtdgri41ui7g","ReservedCode1":"","ContentPropagator":"001191110108MACG2KBH8F20000","PropagateID":"d4l16505jtdgri41ui7g","ReservedCode2":""}</vt:lpwstr>
  </property>
</Properties>
</file>